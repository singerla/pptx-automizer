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5002812187102782"/>
          <c:y val="0.11375708347054997"/>
          <c:w val="0.81495485716658533"/>
          <c:h val="0.683458978705724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1-426B-A026-4AA584F306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61-426B-A026-4AA584F306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61-426B-A026-4AA584F30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957917232"/>
        <c:axId val="2126909104"/>
      </c:barChart>
      <c:catAx>
        <c:axId val="19579172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126909104"/>
        <c:crosses val="autoZero"/>
        <c:auto val="1"/>
        <c:lblAlgn val="ctr"/>
        <c:lblOffset val="100"/>
        <c:noMultiLvlLbl val="0"/>
      </c:catAx>
      <c:valAx>
        <c:axId val="212690910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95791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548180744734846E-2"/>
          <c:y val="0.83814293641740445"/>
          <c:w val="0.56433623255470511"/>
          <c:h val="5.44797048991528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AA-446B-A874-89738A92E7E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AA-446B-A874-89738A92E7E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AA-446B-A874-89738A92E7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8827072"/>
        <c:axId val="564156816"/>
      </c:barChart>
      <c:catAx>
        <c:axId val="58882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64156816"/>
        <c:crosses val="autoZero"/>
        <c:auto val="1"/>
        <c:lblAlgn val="ctr"/>
        <c:lblOffset val="100"/>
        <c:noMultiLvlLbl val="0"/>
      </c:catAx>
      <c:valAx>
        <c:axId val="564156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88827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E8EA-5B00-4A3B-B59F-EC4E4B93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61B3D-65EA-471B-9766-DCCA90C7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00408-A4E0-4761-A5E9-44912BF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195F8-E13B-4FA4-BCA3-6EC2C9C6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110CE-87BB-46B9-BB35-21D7C9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5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3E17C-B10B-4986-8239-AADBC6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1E2B5-F611-4FFD-BEB8-303B8547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B632-E2A7-43DC-9D70-A7205585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B4D7F-C83D-4F08-9AE8-7762CB0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1F1DAF-29C0-412A-AB0B-28DF601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2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8586-A19C-47C1-B133-302130ED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E0B37-7FEA-4451-B427-281E7AD1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C818C-2616-458B-9229-B2142CAF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BD820-2968-45B2-A473-5D7A089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E4DA73-E3F4-4B3A-B08C-3CBD905C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D5966-D616-4232-AD5A-71F5FB97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35B2A-F07C-4E1F-BCE0-4FF97EAC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EA761B-B7D8-41E5-90C8-216499DE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97E5-6D0C-40DF-B3F4-E0DAF9C0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8114E-E4A1-4F30-BF0C-77CFA7B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81489-21CB-4A38-9EE8-91A8C3F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38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E89E-36C3-425D-8A6F-7B0DE40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5B72A2-6DC3-4D4C-B40A-07135631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6BEB47-9E1B-4683-8168-703DCA4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CC2728-F970-40B2-9950-1F169D213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A1D102-2C66-4FC1-A7A5-32DB1B727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F61595-2FFA-4546-A3EB-5D94111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D5EF8-ED9F-40F0-B9B0-797EC40A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FF942D-1282-49B6-8590-CED9CB09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7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27E4-9ABC-4474-A95C-F9B066E9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6637BD-6041-4D50-A3FE-99EDEFF0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4556FD-E49C-4F05-80F3-306F8B6A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8ACB0-3443-4D1A-8538-8D751828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8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72CF90-3789-429F-A013-2233616E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828FA-8482-45E2-BB35-32A09C4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E47CE-9C58-43F9-BA68-0E6F890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3A85E-016E-4CCA-9622-75207122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93A59-AB15-4E5B-BF52-53CF583C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E989FF-F415-4BE3-AE40-3CCDC018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C3F48-F4B5-43BC-81A0-F92A5D1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2B1DC-6218-45B0-B202-D2C0B45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F7B0A8-7084-4EBF-A03D-630E663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9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9E9C-E671-4D6B-A57F-5421588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EBF2-7225-4EB1-86DD-46063AF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CCC069-178D-4D12-8FAA-BE0709ECE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29451-21D8-4D84-A77F-04FA13B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DDED3-C5DB-4DF3-BB15-E435059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DD9BD-9234-481E-8E36-7C9107D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0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BCFC5-7207-4A8D-BE8A-5CF4170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6ECA1E-78F2-4882-BD71-44B1A0BB4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190C-39DA-4FE9-9F15-BB456AD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D0DEE-E1F8-42DF-91D4-1476BD5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3618A-B8C6-439D-BFAD-E3F24E67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B4105-53FA-4EDD-8F40-8A748CA7B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B42F0-ECA4-4EC9-B9EF-4015BBBF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7699-4DE6-40E2-AA97-10BCBE2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0FD3A-5044-4C11-A1D4-6FF3378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F5DC1-DA7D-46E6-9B89-C9A8816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17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D50C01-6F5E-489F-8701-4816647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4DB23-3191-4F96-B41D-5BEA070F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5A975-3DDC-4CEC-8C5F-B9BDA47A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60A0F-5ED1-45ED-A5D5-DB038E6B70D9}" type="datetimeFigureOut">
              <a:rPr lang="de-DE" smtClean="0"/>
              <a:t>12.08.2026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EAA25-DFB0-4873-A7C7-165FE75D4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52CF3-C46B-4519-89AD-0EB659D08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BarsStacked">
            <a:extLst>
              <a:ext uri="{FF2B5EF4-FFF2-40B4-BE49-F238E27FC236}">
                <a16:creationId xmlns:a16="http://schemas.microsoft.com/office/drawing/2014/main" id="{C687C97D-A731-4191-B8CE-878B341531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010103"/>
              </p:ext>
            </p:extLst>
          </p:nvPr>
        </p:nvGraphicFramePr>
        <p:xfrm>
          <a:off x="2717800" y="1232430"/>
          <a:ext cx="6189133" cy="4770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799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lumnsGroupedEmptyA1">
            <a:extLst>
              <a:ext uri="{FF2B5EF4-FFF2-40B4-BE49-F238E27FC236}">
                <a16:creationId xmlns:a16="http://schemas.microsoft.com/office/drawing/2014/main" id="{58BDDC28-85AB-40BE-9ADF-EDDD98C7E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813021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218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12</cp:revision>
  <dcterms:created xsi:type="dcterms:W3CDTF">2021-03-03T11:00:29Z</dcterms:created>
  <dcterms:modified xsi:type="dcterms:W3CDTF">2026-08-12T10:27:37Z</dcterms:modified>
</cp:coreProperties>
</file>