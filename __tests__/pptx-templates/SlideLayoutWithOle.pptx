
<file path=[Content_Types].xml><?xml version="1.0" encoding="utf-8"?>
<Types xmlns="http://schemas.openxmlformats.org/package/2006/content-types">
  <Default Extension="bin" ContentType="application/vnd.openxmlformats-officedocument.oleObject"/>
  <Default Extension="vml" ContentType="application/vnd.openxmlformats-officedocument.vmlDrawi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2" autoAdjust="0"/>
    <p:restoredTop sz="94154" autoAdjust="0"/>
  </p:normalViewPr>
  <p:slideViewPr>
    <p:cSldViewPr snapToGrid="0">
      <p:cViewPr varScale="1">
        <p:scale>
          <a:sx n="88" d="100"/>
          <a:sy n="88" d="100"/>
        </p:scale>
        <p:origin x="35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drawings/_rels/vmlDrawing1.v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vmlDrawing" Target="../drawings/vmlDrawing1.v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7A42-A0C7-4C11-ACA4-FD63CDA8F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93CF487-D4D0-43DF-B054-9230389CD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58D12-82DA-4460-A905-95F34815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63F0B1-DFF7-47DB-BE2F-B7DD35A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4856B9-4D7E-4770-BF97-369A880A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76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folie oran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7A42-A0C7-4C11-ACA4-FD63CDA8F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93CF487-D4D0-43DF-B054-9230389CD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58D12-82DA-4460-A905-95F34815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63F0B1-DFF7-47DB-BE2F-B7DD35A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4856B9-4D7E-4770-BF97-369A880A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BFCF7-3BB1-46B0-BCCB-C66CE90C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638615-09D8-45AC-87B8-8BE7E69FF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47CCAB-0896-4B5B-8BAE-ACC1784D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C26D6E-98EB-4FC1-BA40-4467CF71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83476-04FD-4A47-B9DE-1CCE3B83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158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6ED0CE-95EF-4DFE-8050-32E0A8B4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CB7004-9A09-4EB1-9FA1-1B3997E7D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CC56D7-5B85-4CCB-BEB1-818529FD3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8417B7-ED12-4332-BFDE-9326BE8B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7730A1-A3BC-4169-9598-CB7472FC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94C4D0-A6C3-40AB-AF60-4007CE4A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25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7B6C4-9F88-42BE-99D9-3D806CCF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A5B747-F9B5-4F54-B108-78767C12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67BEDA-BEEC-4F65-BD44-DD1952ED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E63E57-4E7E-47D1-B0B0-AC421457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47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4A892FA-D5D0-4CDD-B263-FCE57786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AE6DA9-7CE6-4DAD-9EDC-91A54614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B5D4EC-4696-4B9B-8CEC-B829BB22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8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12CF1-C277-4060-A11B-A66F5F21D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30F229D-0B9A-4105-B33F-08ADA8B6F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16F13E-834F-4186-B3FD-821461159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4D7724-52BB-442A-A094-6591970C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B8A8CD-6682-4FB2-A968-4F944D98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017269-FE69-415D-B18B-A8ADE995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847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6A83C-1734-4045-8CCF-03239CF4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A38AFB-832C-4281-8C33-6485125E5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FD174E-4A5F-491F-8117-27F7DCB0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B69454-C1FB-4F77-9FE0-6B8DF35D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2F3298-1C28-421E-B6F3-C8F2AC7A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01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oran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7A42-A0C7-4C11-ACA4-FD63CDA8F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93CF487-D4D0-43DF-B054-9230389CD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58D12-82DA-4460-A905-95F34815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63F0B1-DFF7-47DB-BE2F-B7DD35A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4856B9-4D7E-4770-BF97-369A880A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E9FC675-9FBE-43CB-93AF-CDDB084DD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03" y="107658"/>
            <a:ext cx="612134" cy="39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6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folie gre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7A42-A0C7-4C11-ACA4-FD63CDA8F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6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93CF487-D4D0-43DF-B054-9230389CD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58D12-82DA-4460-A905-95F34815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63F0B1-DFF7-47DB-BE2F-B7DD35A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4856B9-4D7E-4770-BF97-369A880A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  <p:graphicFrame>
        <p:nvGraphicFramePr>
          <p:cNvPr id="90" name="Synthetic OLE 90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Synthetic OLE" r:id="rId3" imgW="344" imgH="345" progId="TCLayout.ActiveDocument.1">
                  <p:embed/>
                </p:oleObj>
              </mc:Choice>
              <mc:Fallback>
                <p:oleObj name="Synthetic OLE" r:id="rId3" imgW="344" imgH="345" progId="TCLayout.ActiveDocument.1">
                  <p:embed/>
                  <p:pic>
                    <p:nvPicPr>
                      <p:cNvPr id="90" name="Synthetic OLE 9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927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7B6C4-9F88-42BE-99D9-3D806CCF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A5B747-F9B5-4F54-B108-78767C12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67BEDA-BEEC-4F65-BD44-DD1952ED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E63E57-4E7E-47D1-B0B0-AC421457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68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AF28FC9-D9D9-4666-A5A1-E873655AD46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5920" cy="68580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BB5D92C-6120-40B3-9E2A-8F47FF28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404" y="365125"/>
            <a:ext cx="94803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4891C2-0920-4E05-8B7B-C422D63D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3404" y="1825625"/>
            <a:ext cx="94803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A9E502-2771-465C-99A8-C2C99293C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945EB0-EC7A-4158-ABCF-597F0DFD4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71A33-1D96-44EF-9D03-B1FACD0C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MasterRectangle">
            <a:extLst>
              <a:ext uri="{FF2B5EF4-FFF2-40B4-BE49-F238E27FC236}">
                <a16:creationId xmlns:a16="http://schemas.microsoft.com/office/drawing/2014/main" id="{56342546-9D97-419E-B801-6FC6EAC4110D}"/>
              </a:ext>
            </a:extLst>
          </p:cNvPr>
          <p:cNvSpPr/>
          <p:nvPr userDrawn="1"/>
        </p:nvSpPr>
        <p:spPr>
          <a:xfrm>
            <a:off x="8610600" y="5586761"/>
            <a:ext cx="2743200" cy="590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ModifyMe</a:t>
            </a:r>
          </a:p>
        </p:txBody>
      </p:sp>
    </p:spTree>
    <p:extLst>
      <p:ext uri="{BB962C8B-B14F-4D97-AF65-F5344CB8AC3E}">
        <p14:creationId xmlns:p14="http://schemas.microsoft.com/office/powerpoint/2010/main" val="244776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3" r:id="rId3"/>
    <p:sldLayoutId id="2147483664" r:id="rId4"/>
    <p:sldLayoutId id="2147483666" r:id="rId5"/>
    <p:sldLayoutId id="2147483667" r:id="rId6"/>
    <p:sldLayoutId id="2147483669" r:id="rId7"/>
    <p:sldLayoutId id="214748367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BB5D92C-6120-40B3-9E2A-8F47FF28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4891C2-0920-4E05-8B7B-C422D63D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A9E502-2771-465C-99A8-C2C99293C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C45B1-F788-46AE-AAC0-0AB7864C8CD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945EB0-EC7A-4158-ABCF-597F0DFD4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71A33-1D96-44EF-9D03-B1FACD0C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DC7-A453-4B62-B9FF-BE69BD8ECF8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D534D31-B89A-461E-993D-12B890E73DF3}"/>
              </a:ext>
            </a:extLst>
          </p:cNvPr>
          <p:cNvSpPr/>
          <p:nvPr userDrawn="1"/>
        </p:nvSpPr>
        <p:spPr>
          <a:xfrm>
            <a:off x="0" y="0"/>
            <a:ext cx="57986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3700086-C6C2-451C-9761-434E4135ED8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264"/>
            <a:ext cx="548688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9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DB91B-3D32-470B-A3DA-C322B5868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Test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0AF6778-1CBA-435A-B48B-A2B137BC7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698D362-9FDC-4015-BB43-63BFD9E58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Orange Title</a:t>
            </a: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085AF15E-5123-4215-B94C-2ABE70D95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miley 3">
            <a:extLst>
              <a:ext uri="{FF2B5EF4-FFF2-40B4-BE49-F238E27FC236}">
                <a16:creationId xmlns:a16="http://schemas.microsoft.com/office/drawing/2014/main" id="{F5B12840-72DA-44A1-A69E-72859A147A6D}"/>
              </a:ext>
            </a:extLst>
          </p:cNvPr>
          <p:cNvSpPr/>
          <p:nvPr/>
        </p:nvSpPr>
        <p:spPr>
          <a:xfrm>
            <a:off x="247185" y="1055069"/>
            <a:ext cx="591015" cy="635619"/>
          </a:xfrm>
          <a:prstGeom prst="smileyFace">
            <a:avLst>
              <a:gd name="adj" fmla="val 4653"/>
            </a:avLst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91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iley 1">
            <a:extLst>
              <a:ext uri="{FF2B5EF4-FFF2-40B4-BE49-F238E27FC236}">
                <a16:creationId xmlns:a16="http://schemas.microsoft.com/office/drawing/2014/main" id="{C4064504-62B8-43B1-95B8-68DA94943B92}"/>
              </a:ext>
            </a:extLst>
          </p:cNvPr>
          <p:cNvSpPr/>
          <p:nvPr/>
        </p:nvSpPr>
        <p:spPr>
          <a:xfrm>
            <a:off x="247185" y="5857256"/>
            <a:ext cx="591015" cy="635619"/>
          </a:xfrm>
          <a:prstGeom prst="smileyFace">
            <a:avLst>
              <a:gd name="adj" fmla="val 4653"/>
            </a:avLst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98D362-9FDC-4015-BB43-63BFD9E5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Blue Title</a:t>
            </a:r>
          </a:p>
        </p:txBody>
      </p:sp>
    </p:spTree>
    <p:extLst>
      <p:ext uri="{BB962C8B-B14F-4D97-AF65-F5344CB8AC3E}">
        <p14:creationId xmlns:p14="http://schemas.microsoft.com/office/powerpoint/2010/main" val="43713157"/>
      </p:ext>
    </p:extLst>
  </p:cSld>
  <p:clrMapOvr>
    <a:masterClrMapping/>
  </p:clrMapOvr>
</p:sld>
</file>

<file path=ppt/theme/theme1.xml><?xml version="1.0" encoding="utf-8"?>
<a:theme xmlns:a="http://schemas.openxmlformats.org/drawingml/2006/main" name="Blue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ge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10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Blue Design</vt:lpstr>
      <vt:lpstr>Orange Design</vt:lpstr>
      <vt:lpstr>Test</vt:lpstr>
      <vt:lpstr>Orange Title</vt:lpstr>
      <vt:lpstr>Blue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17</cp:revision>
  <dcterms:created xsi:type="dcterms:W3CDTF">2021-03-03T11:00:29Z</dcterms:created>
  <dcterms:modified xsi:type="dcterms:W3CDTF">2023-04-25T21:10:54Z</dcterms:modified>
</cp:coreProperties>
</file>